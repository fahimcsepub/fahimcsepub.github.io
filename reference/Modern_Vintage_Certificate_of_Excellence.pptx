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55cdbafa054352" /><Relationship Type="http://schemas.openxmlformats.org/officeDocument/2006/relationships/extended-properties" Target="/docProps/app.xml" Id="R481165ce4bae4999" /><Relationship Type="http://schemas.openxmlformats.org/officeDocument/2006/relationships/officeDocument" Target="/ppt/presentation.xml" Id="Rb87e6f74fc3e40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724ff1b9104163"/>
  </p:sldMasterIdLst>
  <p:notesMasterIdLst>
    <p:notesMasterId xmlns:r="http://schemas.openxmlformats.org/officeDocument/2006/relationships" r:id="R9ad251897abb4757"/>
  </p:notesMasterIdLst>
  <p:sldIdLst>
    <p:sldId xmlns:r="http://schemas.openxmlformats.org/officeDocument/2006/relationships" id="256" r:id="R682cc3596e284fc9"/>
  </p:sldIdLst>
  <p:sldSz cx="10696575" cy="75628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08601c5f944854" /><Relationship Type="http://schemas.openxmlformats.org/officeDocument/2006/relationships/slideMaster" Target="/ppt/slideMasters/slideMaster1.xml" Id="R9f724ff1b9104163" /><Relationship Type="http://schemas.openxmlformats.org/officeDocument/2006/relationships/notesMaster" Target="/ppt/notesMasters/notesMaster1.xml" Id="R9ad251897abb4757" /><Relationship Type="http://schemas.openxmlformats.org/officeDocument/2006/relationships/presProps" Target="/ppt/presProps.xml" Id="R2adafcfad15b4b2b" /><Relationship Type="http://schemas.openxmlformats.org/officeDocument/2006/relationships/tableStyles" Target="/ppt/tableStyles.xml" Id="R00b6c8fcd0e54283" /><Relationship Type="http://schemas.openxmlformats.org/officeDocument/2006/relationships/slide" Target="/ppt/slides/slide1.xml" Id="R682cc3596e284f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34556e6f2d46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a25f3924384e43" /><Relationship Type="http://schemas.openxmlformats.org/officeDocument/2006/relationships/notesMaster" Target="/ppt/notesMasters/notesMaster1.xml" Id="R046390e63c9c45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EDITING GUIDE</a:t>
            </a:r>
          </a:p>
          <a:p xmlns:a="http://schemas.openxmlformats.org/drawingml/2006/main">
            <a:r>
              <a:t>1. Replace every item inside {{double braces}}.</a:t>
            </a:r>
          </a:p>
          <a:p xmlns:a="http://schemas.openxmlformats.org/drawingml/2006/main">
            <a:r>
              <a:t>2. The approved CSE logo and vintage seal motif are already embedded.</a:t>
            </a:r>
          </a:p>
          <a:p xmlns:a="http://schemas.openxmlformats.org/drawingml/2006/main">
            <a:r>
              <a:t>3. Replace each {{SIGNATURE}} placeholder with an authorized transparent signature image, or sign after printing.</a:t>
            </a:r>
          </a:p>
          <a:p xmlns:a="http://schemas.openxmlformats.org/drawingml/2006/main">
            <a:r>
              <a:t>4. Replace {{ACHIEVEMENT_CITATION}} with one concise sentence. Suggested wording:</a:t>
            </a:r>
          </a:p>
          <a:p xmlns:a="http://schemas.openxmlformats.org/drawingml/2006/main">
            <a:r>
              <a:t>   - Semester excellence: For securing First Position in the [Semester] Semester, [Year], through outstanding academic performance.</a:t>
            </a:r>
          </a:p>
          <a:p xmlns:a="http://schemas.openxmlformats.org/drawingml/2006/main">
            <a:r>
              <a:t>   - Q1 publication: For publishing the research article titled [Article Title] in [Journal Name], a Q1-ranked journal, demonstrating excellence in scholarly research.</a:t>
            </a:r>
          </a:p>
          <a:p xmlns:a="http://schemas.openxmlformats.org/drawingml/2006/main">
            <a:r>
              <a:t>   - Extraordinary achievement: For an extraordinary achievement in [Area/Event], bringing distinction to the Department of Computer Science &amp; Engineering.</a:t>
            </a:r>
          </a:p>
          <a:p xmlns:a="http://schemas.openxmlformats.org/drawingml/2006/main">
            <a:r>
              <a:t>5. Keep the recipient name on one line. The text box shrinks automatically for long names.</a:t>
            </a:r>
          </a:p>
          <a:p xmlns:a="http://schemas.openxmlformats.org/drawingml/2006/main">
            <a:r>
              <a:t>6. Export the completed certificate as PDF using Standard/High Quality for printing.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reference: user-provided Modern Vintage Certificate of Achievement.png</a:t>
            </a:r>
          </a:p>
          <a:p xmlns:a="http://schemas.openxmlformats.org/drawingml/2006/main">
            <a:r>
              <a:t>- Background: AI-edited blank derivative of the user-provided visual reference</a:t>
            </a:r>
          </a:p>
          <a:p xmlns:a="http://schemas.openxmlformats.org/drawingml/2006/main">
            <a:r>
              <a:t>- Department logo: user-provided CSE Dept Logo.jpg; recolored to the certificate palette with permission</a:t>
            </a:r>
          </a:p>
          <a:p xmlns:a="http://schemas.openxmlformats.org/drawingml/2006/main">
            <a:r>
              <a:t>- Seal motif: cropped from the user-selected Modern Vintage Certificate of Achievement.png</a:t>
            </a:r>
          </a:p>
          <a:p xmlns:a="http://schemas.openxmlformats.org/drawingml/2006/main">
            <a:r>
              <a:t>- University and department naming: https://pundrauniversity.ac.bd/departments/computer-science-and-engineering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2b5ec44a143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bc70520a9a4474" /><Relationship Type="http://schemas.openxmlformats.org/officeDocument/2006/relationships/slideLayout" Target="/ppt/slideLayouts/slideLayout1.xml" Id="R2681ae3d05c145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81ae3d05c145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ac3fa14694a47" /><Relationship Type="http://schemas.openxmlformats.org/officeDocument/2006/relationships/image" Target="/ppt/media/image.png" Id="Rcac208d270864bb6" /><Relationship Type="http://schemas.openxmlformats.org/officeDocument/2006/relationships/image" Target="/ppt/media/image2.png" Id="R8a1dea03bf184de5" /><Relationship Type="http://schemas.openxmlformats.org/officeDocument/2006/relationships/image" Target="/ppt/media/image3.png" Id="R459ac86ce9b84cc8" /><Relationship Type="http://schemas.openxmlformats.org/officeDocument/2006/relationships/notesSlide" Target="/ppt/notesSlides/notesSlide1.xml" Id="Ra89c94baeadd46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208d270864bb6"/>
          <a:stretch xmlns:a="http://schemas.openxmlformats.org/drawingml/2006/main"/>
        </p:blipFill>
        <p:spPr>
          <a:xfrm xmlns:a="http://schemas.openxmlformats.org/drawingml/2006/main">
            <a:off x="4112" y="0"/>
            <a:ext cx="10688350" cy="756285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dea03bf184de5"/>
          <a:stretch xmlns:a="http://schemas.openxmlformats.org/drawingml/2006/main"/>
        </p:blipFill>
        <p:spPr>
          <a:xfrm xmlns:a="http://schemas.openxmlformats.org/drawingml/2006/main">
            <a:off x="4962525" y="638066"/>
            <a:ext cx="771525" cy="752693"/>
          </a:xfrm>
          <a:prstGeom xmlns:a="http://schemas.openxmlformats.org/drawingml/2006/main" prst="rect">
            <a:avLst/>
          </a:prstGeom>
        </p:spPr>
      </p:pic>
      <p:sp>
        <p:nvSpPr>
          <p:cNvPr id="3" name="university-name">
            <a:extLst xmlns:a="http://schemas.openxmlformats.org/drawingml/2006/main">
              <a:ext uri="{FF2B5EF4-FFF2-40B4-BE49-F238E27FC236}">
                <a16:creationId xmlns:a16="http://schemas.microsoft.com/office/drawing/2014/main" id="{2D9EC466-93D2-47D6-9889-79905417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28750"/>
            <a:ext cx="7362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303A3E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303A3E"/>
                </a:solidFill>
                <a:latin typeface="Georgia"/>
                <a:ea typeface="Georgia"/>
                <a:cs typeface="Georgia"/>
              </a:rPr>
              <a:t>PUNDRA UNIVERSITY OF SCIENCE &amp; TECHNOLOGY</a:t>
            </a:r>
          </a:p>
        </p:txBody>
      </p:sp>
      <p:sp>
        <p:nvSpPr>
          <p:cNvPr id="4" name="department-name">
            <a:extLst xmlns:a="http://schemas.openxmlformats.org/drawingml/2006/main">
              <a:ext uri="{FF2B5EF4-FFF2-40B4-BE49-F238E27FC236}">
                <a16:creationId xmlns:a16="http://schemas.microsoft.com/office/drawing/2014/main" id="{2514C51E-C839-46E4-8BE1-4DF3F3D4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24025"/>
            <a:ext cx="5743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 i="0">
                <a:solidFill>
                  <a:srgbClr val="657075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57075"/>
                </a:solidFill>
                <a:latin typeface="Arial"/>
                <a:ea typeface="Arial"/>
                <a:cs typeface="Arial"/>
              </a:rPr>
              <a:t>DEPARTMENT OF COMPUTER SCIENCE &amp; ENGINEERING</a:t>
            </a:r>
          </a:p>
        </p:txBody>
      </p:sp>
      <p:sp>
        <p:nvSpPr>
          <p:cNvPr id="5" name="certificate-title">
            <a:extLst xmlns:a="http://schemas.openxmlformats.org/drawingml/2006/main">
              <a:ext uri="{FF2B5EF4-FFF2-40B4-BE49-F238E27FC236}">
                <a16:creationId xmlns:a16="http://schemas.microsoft.com/office/drawing/2014/main" id="{E83CCD65-5FCB-4922-8546-88F1B7D2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84105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00" b="0" i="0">
                <a:solidFill>
                  <a:srgbClr val="303A3E"/>
                </a:solidFill>
                <a:latin typeface="Georgia"/>
                <a:ea typeface="Georgia"/>
                <a:cs typeface="Georgia"/>
              </a:defRPr>
            </a:pPr>
            <a:r>
              <a:rPr sz="3000" b="0" i="0">
                <a:solidFill>
                  <a:srgbClr val="303A3E"/>
                </a:solidFill>
                <a:latin typeface="Georgia"/>
                <a:ea typeface="Georgia"/>
                <a:cs typeface="Georgia"/>
              </a:rPr>
              <a:t>CERTIFICATE OF EXCELLENCE</a:t>
            </a:r>
          </a:p>
        </p:txBody>
      </p:sp>
      <p:sp>
        <p:nvSpPr>
          <p:cNvPr id="6" name="title-accent-rule">
            <a:extLst xmlns:a="http://schemas.openxmlformats.org/drawingml/2006/main">
              <a:ext uri="{FF2B5EF4-FFF2-40B4-BE49-F238E27FC236}">
                <a16:creationId xmlns:a16="http://schemas.microsoft.com/office/drawing/2014/main" id="{71B662FD-E92B-472F-BA15-3BFFFFE6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43200"/>
            <a:ext cx="33432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8A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esented-to">
            <a:extLst xmlns:a="http://schemas.openxmlformats.org/drawingml/2006/main">
              <a:ext uri="{FF2B5EF4-FFF2-40B4-BE49-F238E27FC236}">
                <a16:creationId xmlns:a16="http://schemas.microsoft.com/office/drawing/2014/main" id="{4F34D279-E331-4867-96DE-49737778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67025"/>
            <a:ext cx="6696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0">
                <a:solidFill>
                  <a:srgbClr val="657075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657075"/>
                </a:solidFill>
                <a:latin typeface="Georgia"/>
                <a:ea typeface="Georgia"/>
                <a:cs typeface="Georgia"/>
              </a:rPr>
              <a:t>This Certificate of Excellence is proudly presented to</a:t>
            </a:r>
          </a:p>
        </p:txBody>
      </p:sp>
      <p:sp>
        <p:nvSpPr>
          <p:cNvPr id="8" name="recipient-name-placeholder">
            <a:extLst xmlns:a="http://schemas.openxmlformats.org/drawingml/2006/main">
              <a:ext uri="{FF2B5EF4-FFF2-40B4-BE49-F238E27FC236}">
                <a16:creationId xmlns:a16="http://schemas.microsoft.com/office/drawing/2014/main" id="{8ECD2EBA-C093-48F3-8FDA-5F771638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19450"/>
            <a:ext cx="75533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25" b="1" i="0">
                <a:solidFill>
                  <a:srgbClr val="303A3E"/>
                </a:solidFill>
                <a:latin typeface="Georgia"/>
                <a:ea typeface="Georgia"/>
                <a:cs typeface="Georgia"/>
              </a:defRPr>
            </a:pPr>
            <a:r>
              <a:rPr sz="2625" b="1" i="0">
                <a:solidFill>
                  <a:srgbClr val="303A3E"/>
                </a:solidFill>
                <a:latin typeface="Georgia"/>
                <a:ea typeface="Georgia"/>
                <a:cs typeface="Georgia"/>
              </a:rPr>
              <a:t>{{RECIPIENT_NAME}}</a:t>
            </a:r>
          </a:p>
        </p:txBody>
      </p:sp>
      <p:sp>
        <p:nvSpPr>
          <p:cNvPr id="9" name="recipient-name-rule">
            <a:extLst xmlns:a="http://schemas.openxmlformats.org/drawingml/2006/main">
              <a:ext uri="{FF2B5EF4-FFF2-40B4-BE49-F238E27FC236}">
                <a16:creationId xmlns:a16="http://schemas.microsoft.com/office/drawing/2014/main" id="{120C90E4-3887-488D-8965-53AAB823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10000"/>
            <a:ext cx="57435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cognition-statement">
            <a:extLst xmlns:a="http://schemas.openxmlformats.org/drawingml/2006/main">
              <a:ext uri="{FF2B5EF4-FFF2-40B4-BE49-F238E27FC236}">
                <a16:creationId xmlns:a16="http://schemas.microsoft.com/office/drawing/2014/main" id="{797DD9D5-014F-4156-87DD-89321752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33825"/>
            <a:ext cx="73056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303A3E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303A3E"/>
                </a:solidFill>
                <a:latin typeface="Georgia"/>
                <a:ea typeface="Georgia"/>
                <a:cs typeface="Georgia"/>
              </a:rPr>
              <a:t>in recognition of outstanding achievement and an exemplary commitment to excellence,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303A3E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303A3E"/>
                </a:solidFill>
                <a:latin typeface="Georgia"/>
                <a:ea typeface="Georgia"/>
                <a:cs typeface="Georgia"/>
              </a:rPr>
              <a:t>bringing distinction to the Department of Computer Science &amp; Engineering,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303A3E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303A3E"/>
                </a:solidFill>
                <a:latin typeface="Georgia"/>
                <a:ea typeface="Georgia"/>
                <a:cs typeface="Georgia"/>
              </a:rPr>
              <a:t>Pundra University of Science &amp; Technology.</a:t>
            </a:r>
          </a:p>
        </p:txBody>
      </p:sp>
      <p:sp>
        <p:nvSpPr>
          <p:cNvPr id="11" name="achievement-citation-placeholder">
            <a:extLst xmlns:a="http://schemas.openxmlformats.org/drawingml/2006/main">
              <a:ext uri="{FF2B5EF4-FFF2-40B4-BE49-F238E27FC236}">
                <a16:creationId xmlns:a16="http://schemas.microsoft.com/office/drawing/2014/main" id="{3CF312F6-D83C-4BD5-B558-97E0F9FE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14875"/>
            <a:ext cx="6791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0" i="1">
                <a:solidFill>
                  <a:srgbClr val="B08A36"/>
                </a:solidFill>
                <a:latin typeface="Georgia"/>
                <a:ea typeface="Georgia"/>
                <a:cs typeface="Georgia"/>
              </a:defRPr>
            </a:pPr>
            <a:r>
              <a:rPr sz="1125" b="0" i="1">
                <a:solidFill>
                  <a:srgbClr val="B08A36"/>
                </a:solidFill>
                <a:latin typeface="Georgia"/>
                <a:ea typeface="Georgia"/>
                <a:cs typeface="Georgia"/>
              </a:rPr>
              <a:t>{{ACHIEVEMENT_CITATION}}</a:t>
            </a:r>
          </a:p>
        </p:txBody>
      </p:sp>
      <p:sp>
        <p:nvSpPr>
          <p:cNvPr id="12" name="certificate-number-placeholder">
            <a:extLst xmlns:a="http://schemas.openxmlformats.org/drawingml/2006/main">
              <a:ext uri="{FF2B5EF4-FFF2-40B4-BE49-F238E27FC236}">
                <a16:creationId xmlns:a16="http://schemas.microsoft.com/office/drawing/2014/main" id="{A8D2A696-B9CD-4FC1-AC83-4516E903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83820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 i="0">
                <a:solidFill>
                  <a:srgbClr val="65707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57075"/>
                </a:solidFill>
                <a:latin typeface="Arial"/>
                <a:ea typeface="Arial"/>
                <a:cs typeface="Arial"/>
              </a:rPr>
              <a:t>Certificate No.: {{CERTIFICATE_NO}}</a:t>
            </a:r>
          </a:p>
        </p:txBody>
      </p:sp>
      <p:sp>
        <p:nvSpPr>
          <p:cNvPr id="13" name="issue-date-placeholder">
            <a:extLst xmlns:a="http://schemas.openxmlformats.org/drawingml/2006/main">
              <a:ext uri="{FF2B5EF4-FFF2-40B4-BE49-F238E27FC236}">
                <a16:creationId xmlns:a16="http://schemas.microsoft.com/office/drawing/2014/main" id="{F1970EEF-EDBC-4A43-8770-7031EECD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038225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0" i="0">
                <a:solidFill>
                  <a:srgbClr val="657075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57075"/>
                </a:solidFill>
                <a:latin typeface="Arial"/>
                <a:ea typeface="Arial"/>
                <a:cs typeface="Arial"/>
              </a:rPr>
              <a:t>Date: {{ISSUE_DATE}}</a:t>
            </a:r>
          </a:p>
        </p:txBody>
      </p:sp>
      <p:sp>
        <p:nvSpPr>
          <p:cNvPr id="14" name="head-signature-placeholder">
            <a:extLst xmlns:a="http://schemas.openxmlformats.org/drawingml/2006/main">
              <a:ext uri="{FF2B5EF4-FFF2-40B4-BE49-F238E27FC236}">
                <a16:creationId xmlns:a16="http://schemas.microsoft.com/office/drawing/2014/main" id="{9E67801D-D520-4A3F-A8A0-93B05142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054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1">
                <a:solidFill>
                  <a:srgbClr val="657075"/>
                </a:solidFill>
                <a:latin typeface="Georgia"/>
                <a:ea typeface="Georgia"/>
                <a:cs typeface="Georgia"/>
              </a:defRPr>
            </a:pPr>
            <a:r>
              <a:rPr sz="975" b="0" i="1">
                <a:solidFill>
                  <a:srgbClr val="657075"/>
                </a:solidFill>
                <a:latin typeface="Georgia"/>
                <a:ea typeface="Georgia"/>
                <a:cs typeface="Georgia"/>
              </a:rPr>
              <a:t>{{SIGNATURE}}</a:t>
            </a:r>
          </a:p>
        </p:txBody>
      </p:sp>
      <p:sp>
        <p:nvSpPr>
          <p:cNvPr id="15" name="head-signature-rule">
            <a:extLst xmlns:a="http://schemas.openxmlformats.org/drawingml/2006/main">
              <a:ext uri="{FF2B5EF4-FFF2-40B4-BE49-F238E27FC236}">
                <a16:creationId xmlns:a16="http://schemas.microsoft.com/office/drawing/2014/main" id="{F1750E82-08F3-4831-8DC7-63E9A5FE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29300"/>
            <a:ext cx="2305050" cy="11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ead-title">
            <a:extLst xmlns:a="http://schemas.openxmlformats.org/drawingml/2006/main">
              <a:ext uri="{FF2B5EF4-FFF2-40B4-BE49-F238E27FC236}">
                <a16:creationId xmlns:a16="http://schemas.microsoft.com/office/drawing/2014/main" id="{3E16CA78-2C8D-49FC-9D99-219F9574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95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303A3E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303A3E"/>
                </a:solidFill>
                <a:latin typeface="Georgia"/>
                <a:ea typeface="Georgia"/>
                <a:cs typeface="Georgia"/>
              </a:rPr>
              <a:t>Head of the Department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9ac86ce9b84cc8"/>
          <a:stretch xmlns:a="http://schemas.openxmlformats.org/drawingml/2006/main"/>
        </p:blipFill>
        <p:spPr>
          <a:xfrm xmlns:a="http://schemas.openxmlformats.org/drawingml/2006/main">
            <a:off x="4933950" y="5372100"/>
            <a:ext cx="828675" cy="828675"/>
          </a:xfrm>
          <a:prstGeom xmlns:a="http://schemas.openxmlformats.org/drawingml/2006/main" prst="rect">
            <a:avLst/>
          </a:prstGeom>
        </p:spPr>
      </p:pic>
      <p:sp>
        <p:nvSpPr>
          <p:cNvPr id="18" name="dean-signature-placeholder">
            <a:extLst xmlns:a="http://schemas.openxmlformats.org/drawingml/2006/main">
              <a:ext uri="{FF2B5EF4-FFF2-40B4-BE49-F238E27FC236}">
                <a16:creationId xmlns:a16="http://schemas.microsoft.com/office/drawing/2014/main" id="{C5E35021-B4A9-4438-B73B-FBF056B1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530542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 i="1">
                <a:solidFill>
                  <a:srgbClr val="657075"/>
                </a:solidFill>
                <a:latin typeface="Georgia"/>
                <a:ea typeface="Georgia"/>
                <a:cs typeface="Georgia"/>
              </a:defRPr>
            </a:pPr>
            <a:r>
              <a:rPr sz="975" b="0" i="1">
                <a:solidFill>
                  <a:srgbClr val="657075"/>
                </a:solidFill>
                <a:latin typeface="Georgia"/>
                <a:ea typeface="Georgia"/>
                <a:cs typeface="Georgia"/>
              </a:rPr>
              <a:t>{{SIGNATURE}}</a:t>
            </a:r>
          </a:p>
        </p:txBody>
      </p:sp>
      <p:sp>
        <p:nvSpPr>
          <p:cNvPr id="19" name="dean-signature-rule">
            <a:extLst xmlns:a="http://schemas.openxmlformats.org/drawingml/2006/main">
              <a:ext uri="{FF2B5EF4-FFF2-40B4-BE49-F238E27FC236}">
                <a16:creationId xmlns:a16="http://schemas.microsoft.com/office/drawing/2014/main" id="{AFA0BFCE-CC05-4C3E-AC77-0DA69FC4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829300"/>
            <a:ext cx="2305050" cy="11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A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dean-title">
            <a:extLst xmlns:a="http://schemas.openxmlformats.org/drawingml/2006/main">
              <a:ext uri="{FF2B5EF4-FFF2-40B4-BE49-F238E27FC236}">
                <a16:creationId xmlns:a16="http://schemas.microsoft.com/office/drawing/2014/main" id="{4BEFEC89-5128-41A3-9B46-F45CC06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8959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 i="0">
                <a:solidFill>
                  <a:srgbClr val="303A3E"/>
                </a:solidFill>
                <a:latin typeface="Georgia"/>
                <a:ea typeface="Georgia"/>
                <a:cs typeface="Georgia"/>
              </a:defRPr>
            </a:pPr>
            <a:r>
              <a:rPr sz="1050" b="1" i="0">
                <a:solidFill>
                  <a:srgbClr val="303A3E"/>
                </a:solidFill>
                <a:latin typeface="Georgia"/>
                <a:ea typeface="Georgia"/>
                <a:cs typeface="Georgia"/>
              </a:rPr>
              <a:t>Dean, Faculty of Science &amp; Engineering</a:t>
            </a:r>
          </a:p>
        </p:txBody>
      </p:sp>
    </p:spTree>
    <p:extLst>
      <p:ext uri="{BB962C8B-B14F-4D97-AF65-F5344CB8AC3E}">
        <p14:creationId xmlns:p14="http://schemas.microsoft.com/office/powerpoint/2010/main" val="2097658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2026-08-30T13:57:15.0000000Z</dcterms:created>
  <dcterms:modified xsi:type="dcterms:W3CDTF">2026-08-30T13:57:15.0000000Z</dcterms:modified>
</coreProperties>
</file>