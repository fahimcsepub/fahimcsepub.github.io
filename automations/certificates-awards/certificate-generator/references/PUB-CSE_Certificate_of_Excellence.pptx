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0687050" cy="7562850"/>
  <p:notesSz cx="7562850" cy="106870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 template, A4 landscape (11.69 x 8.27 in). Replace the placeholder fields programmatically: CERTIFICATE_NO, ISSUE_DATE, AWARD_CATEGORY, RECIPIENT_NAME, ACHIEVEMENT_CITATION.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render with real values, to check spacing and hierarchy before automated generation.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 template for departmental awards signed by the Head of the Department alone. No seal — the signature stands centered on the page. Replace CERTIFICATE_NO, ISSUE_DATE, AWARD_CATEGORY, RECIPIENT_NAME, ACHIEVEMENT_CITATION.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Filled reference for the single-signature format, to check spacing and hierarchy before automated generation.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7050" cy="75628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6986" y="937260"/>
            <a:ext cx="950952" cy="1676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13" b="1" spc="114" kern="0" dirty="0">
                <a:solidFill>
                  <a:srgbClr val="8C929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CERTIFICATE NO.</a:t>
            </a:r>
            <a:endParaRPr lang="en-US" sz="713" dirty="0"/>
          </a:p>
        </p:txBody>
      </p:sp>
      <p:sp>
        <p:nvSpPr>
          <p:cNvPr id="4" name="Text 1"/>
          <p:cNvSpPr/>
          <p:nvPr/>
        </p:nvSpPr>
        <p:spPr>
          <a:xfrm>
            <a:off x="8248912" y="914400"/>
            <a:ext cx="1466588" cy="1828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spc="9" kern="0" dirty="0">
                <a:solidFill>
                  <a:srgbClr val="2A30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{{CERTIFICATE_NO}}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316986" y="1137285"/>
            <a:ext cx="950952" cy="1676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13" b="1" spc="114" kern="0" dirty="0">
                <a:solidFill>
                  <a:srgbClr val="8C929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DATE</a:t>
            </a:r>
            <a:endParaRPr lang="en-US" sz="713" dirty="0"/>
          </a:p>
        </p:txBody>
      </p:sp>
      <p:sp>
        <p:nvSpPr>
          <p:cNvPr id="6" name="Text 3"/>
          <p:cNvSpPr/>
          <p:nvPr/>
        </p:nvSpPr>
        <p:spPr>
          <a:xfrm>
            <a:off x="8248912" y="1114425"/>
            <a:ext cx="1466588" cy="1828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spc="9" kern="0" dirty="0">
                <a:solidFill>
                  <a:srgbClr val="2A30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{{ISSUE_DATE}}</a:t>
            </a:r>
            <a:endParaRPr lang="en-US" sz="9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6325" y="81915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15358" y="1866900"/>
            <a:ext cx="7056335" cy="26812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94336"/>
              </a:lnSpc>
              <a:buNone/>
            </a:pPr>
            <a:r>
              <a:rPr lang="en-US" sz="1575" b="1" spc="87" kern="0" dirty="0">
                <a:solidFill>
                  <a:srgbClr val="123A5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PUNDRA UNIVERSITY OF SCIENCE &amp; TECHNOLOGY</a:t>
            </a:r>
            <a:endParaRPr lang="en-US" sz="1575" dirty="0"/>
          </a:p>
        </p:txBody>
      </p:sp>
      <p:sp>
        <p:nvSpPr>
          <p:cNvPr id="9" name="Text 5"/>
          <p:cNvSpPr/>
          <p:nvPr/>
        </p:nvSpPr>
        <p:spPr>
          <a:xfrm>
            <a:off x="3318879" y="2163604"/>
            <a:ext cx="4049292" cy="1981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63" b="1" spc="203" kern="0" dirty="0">
                <a:solidFill>
                  <a:srgbClr val="5A6C7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DEPARTMENT OF COMPUTER SCIENCE &amp; ENGINEERING</a:t>
            </a:r>
            <a:endParaRPr lang="en-US" sz="863" dirty="0"/>
          </a:p>
        </p:txBody>
      </p:sp>
      <p:sp>
        <p:nvSpPr>
          <p:cNvPr id="10" name="Shape 6"/>
          <p:cNvSpPr/>
          <p:nvPr/>
        </p:nvSpPr>
        <p:spPr>
          <a:xfrm>
            <a:off x="4962525" y="2490311"/>
            <a:ext cx="285750" cy="9525"/>
          </a:xfrm>
          <a:prstGeom prst="rect">
            <a:avLst/>
          </a:prstGeom>
          <a:solidFill>
            <a:srgbClr val="A9884A"/>
          </a:solidFill>
          <a:ln/>
        </p:spPr>
      </p:sp>
      <p:sp>
        <p:nvSpPr>
          <p:cNvPr id="11" name="Shape 7"/>
          <p:cNvSpPr/>
          <p:nvPr/>
        </p:nvSpPr>
        <p:spPr>
          <a:xfrm rot="2700000">
            <a:off x="5324475" y="2476024"/>
            <a:ext cx="38100" cy="38100"/>
          </a:xfrm>
          <a:prstGeom prst="rect">
            <a:avLst/>
          </a:prstGeom>
          <a:solidFill>
            <a:srgbClr val="A9884A"/>
          </a:solidFill>
          <a:ln/>
        </p:spPr>
      </p:sp>
      <p:sp>
        <p:nvSpPr>
          <p:cNvPr id="12" name="Shape 8"/>
          <p:cNvSpPr/>
          <p:nvPr/>
        </p:nvSpPr>
        <p:spPr>
          <a:xfrm>
            <a:off x="5438775" y="2490311"/>
            <a:ext cx="285750" cy="9525"/>
          </a:xfrm>
          <a:prstGeom prst="rect">
            <a:avLst/>
          </a:prstGeom>
          <a:solidFill>
            <a:srgbClr val="A9884A"/>
          </a:solidFill>
          <a:ln/>
        </p:spPr>
      </p:sp>
      <p:sp>
        <p:nvSpPr>
          <p:cNvPr id="13" name="Text 9"/>
          <p:cNvSpPr/>
          <p:nvPr/>
        </p:nvSpPr>
        <p:spPr>
          <a:xfrm>
            <a:off x="915079" y="2666524"/>
            <a:ext cx="8856893" cy="47005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42005" marL="0">
              <a:lnSpc>
                <a:spcPct val="87231"/>
              </a:lnSpc>
              <a:buNone/>
            </a:pPr>
            <a:r>
              <a:rPr lang="en-US" sz="3150" spc="331" kern="0" dirty="0">
                <a:solidFill>
                  <a:srgbClr val="1F2B3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CERTIFICATE OF EXCELLENCE</a:t>
            </a:r>
            <a:endParaRPr lang="en-US" sz="3150" dirty="0"/>
          </a:p>
        </p:txBody>
      </p:sp>
      <p:sp>
        <p:nvSpPr>
          <p:cNvPr id="14" name="Shape 10"/>
          <p:cNvSpPr/>
          <p:nvPr/>
        </p:nvSpPr>
        <p:spPr>
          <a:xfrm>
            <a:off x="3994071" y="3320415"/>
            <a:ext cx="438150" cy="9525"/>
          </a:xfrm>
          <a:prstGeom prst="rect">
            <a:avLst/>
          </a:prstGeom>
          <a:solidFill>
            <a:srgbClr val="C9BFA6"/>
          </a:solidFill>
          <a:ln/>
        </p:spPr>
      </p:sp>
      <p:sp>
        <p:nvSpPr>
          <p:cNvPr id="15" name="Text 11"/>
          <p:cNvSpPr/>
          <p:nvPr/>
        </p:nvSpPr>
        <p:spPr>
          <a:xfrm>
            <a:off x="4487781" y="3241358"/>
            <a:ext cx="1711369" cy="2057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b="1" spc="188" kern="0" dirty="0">
                <a:solidFill>
                  <a:srgbClr val="8A6E3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{{AWARD_CATEGORY}}</a:t>
            </a:r>
            <a:endParaRPr lang="en-US" sz="938" dirty="0"/>
          </a:p>
        </p:txBody>
      </p:sp>
      <p:sp>
        <p:nvSpPr>
          <p:cNvPr id="16" name="Shape 12"/>
          <p:cNvSpPr/>
          <p:nvPr/>
        </p:nvSpPr>
        <p:spPr>
          <a:xfrm>
            <a:off x="6254711" y="3320415"/>
            <a:ext cx="438150" cy="9525"/>
          </a:xfrm>
          <a:prstGeom prst="rect">
            <a:avLst/>
          </a:prstGeom>
          <a:solidFill>
            <a:srgbClr val="C9BFA6"/>
          </a:solidFill>
          <a:ln/>
        </p:spPr>
      </p:sp>
      <p:sp>
        <p:nvSpPr>
          <p:cNvPr id="17" name="Text 13"/>
          <p:cNvSpPr/>
          <p:nvPr/>
        </p:nvSpPr>
        <p:spPr>
          <a:xfrm>
            <a:off x="3548860" y="3580447"/>
            <a:ext cx="3589330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i="1" spc="11" kern="0" dirty="0">
                <a:solidFill>
                  <a:srgbClr val="55636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This Certificate of Excellence is proudly presented to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552849" y="3843338"/>
            <a:ext cx="5581233" cy="513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3060"/>
              </a:lnSpc>
              <a:buNone/>
            </a:pPr>
            <a:r>
              <a:rPr lang="en-US" sz="3225" b="1" spc="16" kern="0" dirty="0">
                <a:solidFill>
                  <a:srgbClr val="123A5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{{RECIPIENT_NAME}}</a:t>
            </a:r>
            <a:endParaRPr lang="en-US" sz="3225" dirty="0"/>
          </a:p>
        </p:txBody>
      </p:sp>
      <p:sp>
        <p:nvSpPr>
          <p:cNvPr id="19" name="Shape 15"/>
          <p:cNvSpPr/>
          <p:nvPr/>
        </p:nvSpPr>
        <p:spPr>
          <a:xfrm>
            <a:off x="2676525" y="4432697"/>
            <a:ext cx="5334000" cy="9525"/>
          </a:xfrm>
          <a:prstGeom prst="rect">
            <a:avLst/>
          </a:prstGeom>
          <a:gradFill rotWithShape="1">
            <a:gsLst>
              <a:gs pos="0">
                <a:srgbClr val="B9B2A4">
                  <a:alpha val="0"/>
                </a:srgbClr>
              </a:gs>
              <a:gs pos="18000">
                <a:srgbClr val="B9B2A4">
                  <a:alpha val="100000"/>
                </a:srgbClr>
              </a:gs>
              <a:gs pos="82000">
                <a:srgbClr val="B9B2A4">
                  <a:alpha val="100000"/>
                </a:srgbClr>
              </a:gs>
              <a:gs pos="100000">
                <a:srgbClr val="B9B2A4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20" name="Text 16"/>
          <p:cNvSpPr/>
          <p:nvPr/>
        </p:nvSpPr>
        <p:spPr>
          <a:xfrm>
            <a:off x="1880330" y="4537472"/>
            <a:ext cx="6926390" cy="75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543"/>
              </a:lnSpc>
              <a:buNone/>
            </a:pPr>
            <a:r>
              <a:rPr lang="en-US" sz="1088" dirty="0">
                <a:solidFill>
                  <a:srgbClr val="3B424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 recognition of outstanding achievement and an exemplary commitment to excellence, bringing distinction to the Department of Computer Science &amp; Engineering, Pundra University of Science &amp; Technology.</a:t>
            </a:r>
            <a:endParaRPr lang="en-US" sz="1088" dirty="0"/>
          </a:p>
        </p:txBody>
      </p:sp>
      <p:sp>
        <p:nvSpPr>
          <p:cNvPr id="21" name="Text 17"/>
          <p:cNvSpPr/>
          <p:nvPr/>
        </p:nvSpPr>
        <p:spPr>
          <a:xfrm>
            <a:off x="2105978" y="5307211"/>
            <a:ext cx="6475095" cy="2540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8864"/>
              </a:lnSpc>
              <a:buNone/>
            </a:pPr>
            <a:r>
              <a:rPr lang="en-US" sz="1050" i="1" dirty="0">
                <a:solidFill>
                  <a:srgbClr val="8A6E3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{{ACHIEVEMENT_CITATION}}</a:t>
            </a:r>
            <a:endParaRPr lang="en-US" sz="105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7300" y="6076950"/>
            <a:ext cx="552450" cy="55245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914400" y="6374130"/>
            <a:ext cx="2857500" cy="9525"/>
          </a:xfrm>
          <a:prstGeom prst="rect">
            <a:avLst/>
          </a:prstGeom>
          <a:solidFill>
            <a:srgbClr val="3F5260"/>
          </a:solidFill>
          <a:ln/>
        </p:spPr>
      </p:sp>
      <p:sp>
        <p:nvSpPr>
          <p:cNvPr id="24" name="Text 19"/>
          <p:cNvSpPr/>
          <p:nvPr/>
        </p:nvSpPr>
        <p:spPr>
          <a:xfrm>
            <a:off x="771525" y="6488430"/>
            <a:ext cx="3143250" cy="1981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dirty="0">
                <a:solidFill>
                  <a:srgbClr val="22303C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Head of the Department</a:t>
            </a:r>
            <a:endParaRPr lang="en-US" sz="1013" dirty="0"/>
          </a:p>
        </p:txBody>
      </p:sp>
      <p:sp>
        <p:nvSpPr>
          <p:cNvPr id="25" name="Shape 20"/>
          <p:cNvSpPr/>
          <p:nvPr/>
        </p:nvSpPr>
        <p:spPr>
          <a:xfrm>
            <a:off x="6915150" y="6374130"/>
            <a:ext cx="2857500" cy="9525"/>
          </a:xfrm>
          <a:prstGeom prst="rect">
            <a:avLst/>
          </a:prstGeom>
          <a:solidFill>
            <a:srgbClr val="3F5260"/>
          </a:solidFill>
          <a:ln/>
        </p:spPr>
      </p:sp>
      <p:sp>
        <p:nvSpPr>
          <p:cNvPr id="26" name="Text 21"/>
          <p:cNvSpPr/>
          <p:nvPr/>
        </p:nvSpPr>
        <p:spPr>
          <a:xfrm>
            <a:off x="6772275" y="6488430"/>
            <a:ext cx="3143250" cy="1981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dirty="0">
                <a:solidFill>
                  <a:srgbClr val="22303C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Dean, Faculty of Science &amp; Engineering</a:t>
            </a:r>
            <a:endParaRPr lang="en-US" sz="101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7050" cy="75628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72958" y="937260"/>
            <a:ext cx="950952" cy="1676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13" b="1" spc="114" kern="0" dirty="0">
                <a:solidFill>
                  <a:srgbClr val="8C929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CERTIFICATE NO.</a:t>
            </a:r>
            <a:endParaRPr lang="en-US" sz="713" dirty="0"/>
          </a:p>
        </p:txBody>
      </p:sp>
      <p:sp>
        <p:nvSpPr>
          <p:cNvPr id="4" name="Text 1"/>
          <p:cNvSpPr/>
          <p:nvPr/>
        </p:nvSpPr>
        <p:spPr>
          <a:xfrm>
            <a:off x="8462010" y="914400"/>
            <a:ext cx="1253490" cy="1828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spc="9" kern="0" dirty="0">
                <a:solidFill>
                  <a:srgbClr val="2A30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CSE/SPR-2026/001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472958" y="1137285"/>
            <a:ext cx="950952" cy="1676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13" b="1" spc="114" kern="0" dirty="0">
                <a:solidFill>
                  <a:srgbClr val="8C929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DATE</a:t>
            </a:r>
            <a:endParaRPr lang="en-US" sz="713" dirty="0"/>
          </a:p>
        </p:txBody>
      </p:sp>
      <p:sp>
        <p:nvSpPr>
          <p:cNvPr id="6" name="Text 3"/>
          <p:cNvSpPr/>
          <p:nvPr/>
        </p:nvSpPr>
        <p:spPr>
          <a:xfrm>
            <a:off x="8462010" y="1114425"/>
            <a:ext cx="1253490" cy="1828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spc="9" kern="0" dirty="0">
                <a:solidFill>
                  <a:srgbClr val="2A30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30 August 2026</a:t>
            </a:r>
            <a:endParaRPr lang="en-US" sz="9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6325" y="81915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15358" y="1866900"/>
            <a:ext cx="7056335" cy="26812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94336"/>
              </a:lnSpc>
              <a:buNone/>
            </a:pPr>
            <a:r>
              <a:rPr lang="en-US" sz="1575" b="1" spc="87" kern="0" dirty="0">
                <a:solidFill>
                  <a:srgbClr val="123A5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PUNDRA UNIVERSITY OF SCIENCE &amp; TECHNOLOGY</a:t>
            </a:r>
            <a:endParaRPr lang="en-US" sz="1575" dirty="0"/>
          </a:p>
        </p:txBody>
      </p:sp>
      <p:sp>
        <p:nvSpPr>
          <p:cNvPr id="9" name="Text 5"/>
          <p:cNvSpPr/>
          <p:nvPr/>
        </p:nvSpPr>
        <p:spPr>
          <a:xfrm>
            <a:off x="3318879" y="2163604"/>
            <a:ext cx="4049292" cy="1981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63" b="1" spc="203" kern="0" dirty="0">
                <a:solidFill>
                  <a:srgbClr val="5A6C7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DEPARTMENT OF COMPUTER SCIENCE &amp; ENGINEERING</a:t>
            </a:r>
            <a:endParaRPr lang="en-US" sz="863" dirty="0"/>
          </a:p>
        </p:txBody>
      </p:sp>
      <p:sp>
        <p:nvSpPr>
          <p:cNvPr id="10" name="Shape 6"/>
          <p:cNvSpPr/>
          <p:nvPr/>
        </p:nvSpPr>
        <p:spPr>
          <a:xfrm>
            <a:off x="4962525" y="2490311"/>
            <a:ext cx="285750" cy="9525"/>
          </a:xfrm>
          <a:prstGeom prst="rect">
            <a:avLst/>
          </a:prstGeom>
          <a:solidFill>
            <a:srgbClr val="A9884A"/>
          </a:solidFill>
          <a:ln/>
        </p:spPr>
      </p:sp>
      <p:sp>
        <p:nvSpPr>
          <p:cNvPr id="11" name="Shape 7"/>
          <p:cNvSpPr/>
          <p:nvPr/>
        </p:nvSpPr>
        <p:spPr>
          <a:xfrm rot="2700000">
            <a:off x="5324475" y="2476024"/>
            <a:ext cx="38100" cy="38100"/>
          </a:xfrm>
          <a:prstGeom prst="rect">
            <a:avLst/>
          </a:prstGeom>
          <a:solidFill>
            <a:srgbClr val="A9884A"/>
          </a:solidFill>
          <a:ln/>
        </p:spPr>
      </p:sp>
      <p:sp>
        <p:nvSpPr>
          <p:cNvPr id="12" name="Shape 8"/>
          <p:cNvSpPr/>
          <p:nvPr/>
        </p:nvSpPr>
        <p:spPr>
          <a:xfrm>
            <a:off x="5438775" y="2490311"/>
            <a:ext cx="285750" cy="9525"/>
          </a:xfrm>
          <a:prstGeom prst="rect">
            <a:avLst/>
          </a:prstGeom>
          <a:solidFill>
            <a:srgbClr val="A9884A"/>
          </a:solidFill>
          <a:ln/>
        </p:spPr>
      </p:sp>
      <p:sp>
        <p:nvSpPr>
          <p:cNvPr id="13" name="Text 9"/>
          <p:cNvSpPr/>
          <p:nvPr/>
        </p:nvSpPr>
        <p:spPr>
          <a:xfrm>
            <a:off x="915079" y="2666524"/>
            <a:ext cx="8856893" cy="47005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42005" marL="0">
              <a:lnSpc>
                <a:spcPct val="87231"/>
              </a:lnSpc>
              <a:buNone/>
            </a:pPr>
            <a:r>
              <a:rPr lang="en-US" sz="3150" spc="331" kern="0" dirty="0">
                <a:solidFill>
                  <a:srgbClr val="1F2B3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CERTIFICATE OF EXCELLENCE</a:t>
            </a:r>
            <a:endParaRPr lang="en-US" sz="3150" dirty="0"/>
          </a:p>
        </p:txBody>
      </p:sp>
      <p:sp>
        <p:nvSpPr>
          <p:cNvPr id="14" name="Shape 10"/>
          <p:cNvSpPr/>
          <p:nvPr/>
        </p:nvSpPr>
        <p:spPr>
          <a:xfrm>
            <a:off x="3672959" y="3320415"/>
            <a:ext cx="438150" cy="9525"/>
          </a:xfrm>
          <a:prstGeom prst="rect">
            <a:avLst/>
          </a:prstGeom>
          <a:solidFill>
            <a:srgbClr val="C9BFA6"/>
          </a:solidFill>
          <a:ln/>
        </p:spPr>
      </p:sp>
      <p:sp>
        <p:nvSpPr>
          <p:cNvPr id="15" name="Text 11"/>
          <p:cNvSpPr/>
          <p:nvPr/>
        </p:nvSpPr>
        <p:spPr>
          <a:xfrm>
            <a:off x="4134559" y="3241358"/>
            <a:ext cx="2417814" cy="2057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b="1" spc="188" kern="0" dirty="0">
                <a:solidFill>
                  <a:srgbClr val="8A6E3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ACADEMIC EXCELLENCE AWARD</a:t>
            </a:r>
            <a:endParaRPr lang="en-US" sz="938" dirty="0"/>
          </a:p>
        </p:txBody>
      </p:sp>
      <p:sp>
        <p:nvSpPr>
          <p:cNvPr id="16" name="Shape 12"/>
          <p:cNvSpPr/>
          <p:nvPr/>
        </p:nvSpPr>
        <p:spPr>
          <a:xfrm>
            <a:off x="6575822" y="3320415"/>
            <a:ext cx="438150" cy="9525"/>
          </a:xfrm>
          <a:prstGeom prst="rect">
            <a:avLst/>
          </a:prstGeom>
          <a:solidFill>
            <a:srgbClr val="C9BFA6"/>
          </a:solidFill>
          <a:ln/>
        </p:spPr>
      </p:sp>
      <p:sp>
        <p:nvSpPr>
          <p:cNvPr id="17" name="Text 13"/>
          <p:cNvSpPr/>
          <p:nvPr/>
        </p:nvSpPr>
        <p:spPr>
          <a:xfrm>
            <a:off x="3548860" y="3580447"/>
            <a:ext cx="3589330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i="1" spc="11" kern="0" dirty="0">
                <a:solidFill>
                  <a:srgbClr val="55636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This Certificate of Excellence is proudly presented to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645700" y="3843338"/>
            <a:ext cx="5395651" cy="513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3060"/>
              </a:lnSpc>
              <a:buNone/>
            </a:pPr>
            <a:r>
              <a:rPr lang="en-US" sz="3225" b="1" spc="16" kern="0" dirty="0">
                <a:solidFill>
                  <a:srgbClr val="123A5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Md. Tanvir Hasan Rafi</a:t>
            </a:r>
            <a:endParaRPr lang="en-US" sz="3225" dirty="0"/>
          </a:p>
        </p:txBody>
      </p:sp>
      <p:sp>
        <p:nvSpPr>
          <p:cNvPr id="19" name="Shape 15"/>
          <p:cNvSpPr/>
          <p:nvPr/>
        </p:nvSpPr>
        <p:spPr>
          <a:xfrm>
            <a:off x="2676525" y="4432697"/>
            <a:ext cx="5334000" cy="9525"/>
          </a:xfrm>
          <a:prstGeom prst="rect">
            <a:avLst/>
          </a:prstGeom>
          <a:gradFill rotWithShape="1">
            <a:gsLst>
              <a:gs pos="0">
                <a:srgbClr val="B9B2A4">
                  <a:alpha val="0"/>
                </a:srgbClr>
              </a:gs>
              <a:gs pos="18000">
                <a:srgbClr val="B9B2A4">
                  <a:alpha val="100000"/>
                </a:srgbClr>
              </a:gs>
              <a:gs pos="82000">
                <a:srgbClr val="B9B2A4">
                  <a:alpha val="100000"/>
                </a:srgbClr>
              </a:gs>
              <a:gs pos="100000">
                <a:srgbClr val="B9B2A4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20" name="Text 16"/>
          <p:cNvSpPr/>
          <p:nvPr/>
        </p:nvSpPr>
        <p:spPr>
          <a:xfrm>
            <a:off x="1880330" y="4537472"/>
            <a:ext cx="6926390" cy="75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543"/>
              </a:lnSpc>
              <a:buNone/>
            </a:pPr>
            <a:r>
              <a:rPr lang="en-US" sz="1088" dirty="0">
                <a:solidFill>
                  <a:srgbClr val="3B424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 recognition of outstanding achievement and an exemplary commitment to excellence, bringing distinction to the Department of Computer Science &amp; Engineering, Pundra University of Science &amp; Technology.</a:t>
            </a:r>
            <a:endParaRPr lang="en-US" sz="1088" dirty="0"/>
          </a:p>
        </p:txBody>
      </p:sp>
      <p:sp>
        <p:nvSpPr>
          <p:cNvPr id="21" name="Text 17"/>
          <p:cNvSpPr/>
          <p:nvPr/>
        </p:nvSpPr>
        <p:spPr>
          <a:xfrm>
            <a:off x="2105978" y="5307211"/>
            <a:ext cx="6475095" cy="4700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8864"/>
              </a:lnSpc>
              <a:buNone/>
            </a:pPr>
            <a:r>
              <a:rPr lang="en-US" sz="1050" i="1" dirty="0">
                <a:solidFill>
                  <a:srgbClr val="8A6E3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For securing First Position among the students of Batch 29 in the Spring 2026 Semester, in recognition of outstanding academic performance.</a:t>
            </a:r>
            <a:endParaRPr lang="en-US" sz="105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7300" y="6076950"/>
            <a:ext cx="552450" cy="55245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914400" y="6374130"/>
            <a:ext cx="2857500" cy="9525"/>
          </a:xfrm>
          <a:prstGeom prst="rect">
            <a:avLst/>
          </a:prstGeom>
          <a:solidFill>
            <a:srgbClr val="3F5260"/>
          </a:solidFill>
          <a:ln/>
        </p:spPr>
      </p:sp>
      <p:sp>
        <p:nvSpPr>
          <p:cNvPr id="24" name="Text 19"/>
          <p:cNvSpPr/>
          <p:nvPr/>
        </p:nvSpPr>
        <p:spPr>
          <a:xfrm>
            <a:off x="771525" y="6488430"/>
            <a:ext cx="3143250" cy="1981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dirty="0">
                <a:solidFill>
                  <a:srgbClr val="22303C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Head of the Department</a:t>
            </a:r>
            <a:endParaRPr lang="en-US" sz="1013" dirty="0"/>
          </a:p>
        </p:txBody>
      </p:sp>
      <p:sp>
        <p:nvSpPr>
          <p:cNvPr id="25" name="Shape 20"/>
          <p:cNvSpPr/>
          <p:nvPr/>
        </p:nvSpPr>
        <p:spPr>
          <a:xfrm>
            <a:off x="6915150" y="6374130"/>
            <a:ext cx="2857500" cy="9525"/>
          </a:xfrm>
          <a:prstGeom prst="rect">
            <a:avLst/>
          </a:prstGeom>
          <a:solidFill>
            <a:srgbClr val="3F5260"/>
          </a:solidFill>
          <a:ln/>
        </p:spPr>
      </p:sp>
      <p:sp>
        <p:nvSpPr>
          <p:cNvPr id="26" name="Text 21"/>
          <p:cNvSpPr/>
          <p:nvPr/>
        </p:nvSpPr>
        <p:spPr>
          <a:xfrm>
            <a:off x="6772275" y="6488430"/>
            <a:ext cx="3143250" cy="1981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dirty="0">
                <a:solidFill>
                  <a:srgbClr val="22303C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Dean, Faculty of Science &amp; Engineering</a:t>
            </a:r>
            <a:endParaRPr lang="en-US" sz="101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7050" cy="75628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87721" y="937260"/>
            <a:ext cx="950952" cy="1676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13" b="1" spc="114" kern="0" dirty="0">
                <a:solidFill>
                  <a:srgbClr val="8C929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CERTIFICATE NO.</a:t>
            </a:r>
            <a:endParaRPr lang="en-US" sz="713" dirty="0"/>
          </a:p>
        </p:txBody>
      </p:sp>
      <p:sp>
        <p:nvSpPr>
          <p:cNvPr id="4" name="Text 1"/>
          <p:cNvSpPr/>
          <p:nvPr/>
        </p:nvSpPr>
        <p:spPr>
          <a:xfrm>
            <a:off x="8476774" y="914400"/>
            <a:ext cx="1238726" cy="1828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spc="9" kern="0" dirty="0">
                <a:solidFill>
                  <a:srgbClr val="2A30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CSE/SPR-2026/014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487721" y="1137285"/>
            <a:ext cx="950952" cy="1676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13" b="1" spc="114" kern="0" dirty="0">
                <a:solidFill>
                  <a:srgbClr val="8C929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DATE</a:t>
            </a:r>
            <a:endParaRPr lang="en-US" sz="713" dirty="0"/>
          </a:p>
        </p:txBody>
      </p:sp>
      <p:sp>
        <p:nvSpPr>
          <p:cNvPr id="6" name="Text 3"/>
          <p:cNvSpPr/>
          <p:nvPr/>
        </p:nvSpPr>
        <p:spPr>
          <a:xfrm>
            <a:off x="8476774" y="1114425"/>
            <a:ext cx="1238726" cy="1828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spc="9" kern="0" dirty="0">
                <a:solidFill>
                  <a:srgbClr val="2A30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30 August 2026</a:t>
            </a:r>
            <a:endParaRPr lang="en-US" sz="9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6325" y="81915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15358" y="1866900"/>
            <a:ext cx="7056335" cy="26812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94336"/>
              </a:lnSpc>
              <a:buNone/>
            </a:pPr>
            <a:r>
              <a:rPr lang="en-US" sz="1575" b="1" spc="87" kern="0" dirty="0">
                <a:solidFill>
                  <a:srgbClr val="123A5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PUNDRA UNIVERSITY OF SCIENCE &amp; TECHNOLOGY</a:t>
            </a:r>
            <a:endParaRPr lang="en-US" sz="1575" dirty="0"/>
          </a:p>
        </p:txBody>
      </p:sp>
      <p:sp>
        <p:nvSpPr>
          <p:cNvPr id="9" name="Text 5"/>
          <p:cNvSpPr/>
          <p:nvPr/>
        </p:nvSpPr>
        <p:spPr>
          <a:xfrm>
            <a:off x="3318879" y="2163604"/>
            <a:ext cx="4049292" cy="1981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63" b="1" spc="203" kern="0" dirty="0">
                <a:solidFill>
                  <a:srgbClr val="5A6C7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DEPARTMENT OF COMPUTER SCIENCE &amp; ENGINEERING</a:t>
            </a:r>
            <a:endParaRPr lang="en-US" sz="863" dirty="0"/>
          </a:p>
        </p:txBody>
      </p:sp>
      <p:sp>
        <p:nvSpPr>
          <p:cNvPr id="10" name="Shape 6"/>
          <p:cNvSpPr/>
          <p:nvPr/>
        </p:nvSpPr>
        <p:spPr>
          <a:xfrm>
            <a:off x="4962525" y="2490311"/>
            <a:ext cx="285750" cy="9525"/>
          </a:xfrm>
          <a:prstGeom prst="rect">
            <a:avLst/>
          </a:prstGeom>
          <a:solidFill>
            <a:srgbClr val="A9884A"/>
          </a:solidFill>
          <a:ln/>
        </p:spPr>
      </p:sp>
      <p:sp>
        <p:nvSpPr>
          <p:cNvPr id="11" name="Shape 7"/>
          <p:cNvSpPr/>
          <p:nvPr/>
        </p:nvSpPr>
        <p:spPr>
          <a:xfrm rot="2700000">
            <a:off x="5324475" y="2476024"/>
            <a:ext cx="38100" cy="38100"/>
          </a:xfrm>
          <a:prstGeom prst="rect">
            <a:avLst/>
          </a:prstGeom>
          <a:solidFill>
            <a:srgbClr val="A9884A"/>
          </a:solidFill>
          <a:ln/>
        </p:spPr>
      </p:sp>
      <p:sp>
        <p:nvSpPr>
          <p:cNvPr id="12" name="Shape 8"/>
          <p:cNvSpPr/>
          <p:nvPr/>
        </p:nvSpPr>
        <p:spPr>
          <a:xfrm>
            <a:off x="5438775" y="2490311"/>
            <a:ext cx="285750" cy="9525"/>
          </a:xfrm>
          <a:prstGeom prst="rect">
            <a:avLst/>
          </a:prstGeom>
          <a:solidFill>
            <a:srgbClr val="A9884A"/>
          </a:solidFill>
          <a:ln/>
        </p:spPr>
      </p:sp>
      <p:sp>
        <p:nvSpPr>
          <p:cNvPr id="13" name="Text 9"/>
          <p:cNvSpPr/>
          <p:nvPr/>
        </p:nvSpPr>
        <p:spPr>
          <a:xfrm>
            <a:off x="915079" y="2666524"/>
            <a:ext cx="8856893" cy="47005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42005" marL="0">
              <a:lnSpc>
                <a:spcPct val="87231"/>
              </a:lnSpc>
              <a:buNone/>
            </a:pPr>
            <a:r>
              <a:rPr lang="en-US" sz="3150" spc="331" kern="0" dirty="0">
                <a:solidFill>
                  <a:srgbClr val="1F2B3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CERTIFICATE OF EXCELLENCE</a:t>
            </a:r>
            <a:endParaRPr lang="en-US" sz="3150" dirty="0"/>
          </a:p>
        </p:txBody>
      </p:sp>
      <p:sp>
        <p:nvSpPr>
          <p:cNvPr id="14" name="Shape 10"/>
          <p:cNvSpPr/>
          <p:nvPr/>
        </p:nvSpPr>
        <p:spPr>
          <a:xfrm>
            <a:off x="3994071" y="3320415"/>
            <a:ext cx="438150" cy="9525"/>
          </a:xfrm>
          <a:prstGeom prst="rect">
            <a:avLst/>
          </a:prstGeom>
          <a:solidFill>
            <a:srgbClr val="C9BFA6"/>
          </a:solidFill>
          <a:ln/>
        </p:spPr>
      </p:sp>
      <p:sp>
        <p:nvSpPr>
          <p:cNvPr id="15" name="Text 11"/>
          <p:cNvSpPr/>
          <p:nvPr/>
        </p:nvSpPr>
        <p:spPr>
          <a:xfrm>
            <a:off x="4487781" y="3241358"/>
            <a:ext cx="1711369" cy="2057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b="1" spc="188" kern="0" dirty="0">
                <a:solidFill>
                  <a:srgbClr val="8A6E3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{{AWARD_CATEGORY}}</a:t>
            </a:r>
            <a:endParaRPr lang="en-US" sz="938" dirty="0"/>
          </a:p>
        </p:txBody>
      </p:sp>
      <p:sp>
        <p:nvSpPr>
          <p:cNvPr id="16" name="Shape 12"/>
          <p:cNvSpPr/>
          <p:nvPr/>
        </p:nvSpPr>
        <p:spPr>
          <a:xfrm>
            <a:off x="6254711" y="3320415"/>
            <a:ext cx="438150" cy="9525"/>
          </a:xfrm>
          <a:prstGeom prst="rect">
            <a:avLst/>
          </a:prstGeom>
          <a:solidFill>
            <a:srgbClr val="C9BFA6"/>
          </a:solidFill>
          <a:ln/>
        </p:spPr>
      </p:sp>
      <p:sp>
        <p:nvSpPr>
          <p:cNvPr id="17" name="Text 13"/>
          <p:cNvSpPr/>
          <p:nvPr/>
        </p:nvSpPr>
        <p:spPr>
          <a:xfrm>
            <a:off x="3548860" y="3580447"/>
            <a:ext cx="3589330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i="1" spc="11" kern="0" dirty="0">
                <a:solidFill>
                  <a:srgbClr val="55636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This Certificate of Excellence is proudly presented to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552849" y="3843338"/>
            <a:ext cx="5581233" cy="513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3060"/>
              </a:lnSpc>
              <a:buNone/>
            </a:pPr>
            <a:r>
              <a:rPr lang="en-US" sz="3225" b="1" spc="16" kern="0" dirty="0">
                <a:solidFill>
                  <a:srgbClr val="123A5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{{RECIPIENT_NAME}}</a:t>
            </a:r>
            <a:endParaRPr lang="en-US" sz="3225" dirty="0"/>
          </a:p>
        </p:txBody>
      </p:sp>
      <p:sp>
        <p:nvSpPr>
          <p:cNvPr id="19" name="Shape 15"/>
          <p:cNvSpPr/>
          <p:nvPr/>
        </p:nvSpPr>
        <p:spPr>
          <a:xfrm>
            <a:off x="2676525" y="4432697"/>
            <a:ext cx="5334000" cy="9525"/>
          </a:xfrm>
          <a:prstGeom prst="rect">
            <a:avLst/>
          </a:prstGeom>
          <a:gradFill rotWithShape="1">
            <a:gsLst>
              <a:gs pos="0">
                <a:srgbClr val="B9B2A4">
                  <a:alpha val="0"/>
                </a:srgbClr>
              </a:gs>
              <a:gs pos="18000">
                <a:srgbClr val="B9B2A4">
                  <a:alpha val="100000"/>
                </a:srgbClr>
              </a:gs>
              <a:gs pos="82000">
                <a:srgbClr val="B9B2A4">
                  <a:alpha val="100000"/>
                </a:srgbClr>
              </a:gs>
              <a:gs pos="100000">
                <a:srgbClr val="B9B2A4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20" name="Text 16"/>
          <p:cNvSpPr/>
          <p:nvPr/>
        </p:nvSpPr>
        <p:spPr>
          <a:xfrm>
            <a:off x="1880330" y="4537472"/>
            <a:ext cx="6926390" cy="75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543"/>
              </a:lnSpc>
              <a:buNone/>
            </a:pPr>
            <a:r>
              <a:rPr lang="en-US" sz="1088" dirty="0">
                <a:solidFill>
                  <a:srgbClr val="3B424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 recognition of outstanding achievement and an exemplary commitment to excellence, bringing distinction to the Department of Computer Science &amp; Engineering, Pundra University of Science &amp; Technology.</a:t>
            </a:r>
            <a:endParaRPr lang="en-US" sz="1088" dirty="0"/>
          </a:p>
        </p:txBody>
      </p:sp>
      <p:sp>
        <p:nvSpPr>
          <p:cNvPr id="21" name="Text 17"/>
          <p:cNvSpPr/>
          <p:nvPr/>
        </p:nvSpPr>
        <p:spPr>
          <a:xfrm>
            <a:off x="2105978" y="5307211"/>
            <a:ext cx="6475095" cy="2540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8864"/>
              </a:lnSpc>
              <a:buNone/>
            </a:pPr>
            <a:r>
              <a:rPr lang="en-US" sz="1050" i="1" dirty="0">
                <a:solidFill>
                  <a:srgbClr val="8A6E3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{{ACHIEVEMENT_CITATION}}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3819525" y="6208395"/>
            <a:ext cx="3048000" cy="9525"/>
          </a:xfrm>
          <a:prstGeom prst="rect">
            <a:avLst/>
          </a:prstGeom>
          <a:solidFill>
            <a:srgbClr val="3F5260"/>
          </a:solidFill>
          <a:ln/>
        </p:spPr>
      </p:sp>
      <p:sp>
        <p:nvSpPr>
          <p:cNvPr id="23" name="Text 19"/>
          <p:cNvSpPr/>
          <p:nvPr/>
        </p:nvSpPr>
        <p:spPr>
          <a:xfrm>
            <a:off x="3667125" y="6322695"/>
            <a:ext cx="3352800" cy="1981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dirty="0">
                <a:solidFill>
                  <a:srgbClr val="22303C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Head of the Department</a:t>
            </a:r>
            <a:endParaRPr lang="en-US" sz="1013" dirty="0"/>
          </a:p>
        </p:txBody>
      </p:sp>
      <p:sp>
        <p:nvSpPr>
          <p:cNvPr id="24" name="Text 20"/>
          <p:cNvSpPr/>
          <p:nvPr/>
        </p:nvSpPr>
        <p:spPr>
          <a:xfrm>
            <a:off x="3667125" y="6511290"/>
            <a:ext cx="3352800" cy="1752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88" spc="110" kern="0" dirty="0">
                <a:solidFill>
                  <a:srgbClr val="7C85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COMPUTER SCIENCE &amp; ENGINEERING</a:t>
            </a:r>
            <a:endParaRPr lang="en-US" sz="788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87050" cy="75628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77839" y="937260"/>
            <a:ext cx="950952" cy="1676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13" b="1" spc="114" kern="0" dirty="0">
                <a:solidFill>
                  <a:srgbClr val="8C929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CERTIFICATE NO.</a:t>
            </a:r>
            <a:endParaRPr lang="en-US" sz="713" dirty="0"/>
          </a:p>
        </p:txBody>
      </p:sp>
      <p:sp>
        <p:nvSpPr>
          <p:cNvPr id="4" name="Text 1"/>
          <p:cNvSpPr/>
          <p:nvPr/>
        </p:nvSpPr>
        <p:spPr>
          <a:xfrm>
            <a:off x="8466892" y="914400"/>
            <a:ext cx="1248608" cy="1828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spc="9" kern="0" dirty="0">
                <a:solidFill>
                  <a:srgbClr val="2A30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CSE/SPR-2026/027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477839" y="1137285"/>
            <a:ext cx="950952" cy="1676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13" b="1" spc="114" kern="0" dirty="0">
                <a:solidFill>
                  <a:srgbClr val="8C929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DATE</a:t>
            </a:r>
            <a:endParaRPr lang="en-US" sz="713" dirty="0"/>
          </a:p>
        </p:txBody>
      </p:sp>
      <p:sp>
        <p:nvSpPr>
          <p:cNvPr id="6" name="Text 3"/>
          <p:cNvSpPr/>
          <p:nvPr/>
        </p:nvSpPr>
        <p:spPr>
          <a:xfrm>
            <a:off x="8466892" y="1114425"/>
            <a:ext cx="1248608" cy="1828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spc="9" kern="0" dirty="0">
                <a:solidFill>
                  <a:srgbClr val="2A303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30 August 2026</a:t>
            </a:r>
            <a:endParaRPr lang="en-US" sz="9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6325" y="81915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15358" y="1866900"/>
            <a:ext cx="7056335" cy="26812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94336"/>
              </a:lnSpc>
              <a:buNone/>
            </a:pPr>
            <a:r>
              <a:rPr lang="en-US" sz="1575" b="1" spc="87" kern="0" dirty="0">
                <a:solidFill>
                  <a:srgbClr val="123A5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PUNDRA UNIVERSITY OF SCIENCE &amp; TECHNOLOGY</a:t>
            </a:r>
            <a:endParaRPr lang="en-US" sz="1575" dirty="0"/>
          </a:p>
        </p:txBody>
      </p:sp>
      <p:sp>
        <p:nvSpPr>
          <p:cNvPr id="9" name="Text 5"/>
          <p:cNvSpPr/>
          <p:nvPr/>
        </p:nvSpPr>
        <p:spPr>
          <a:xfrm>
            <a:off x="3318879" y="2163604"/>
            <a:ext cx="4049292" cy="1981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63" b="1" spc="203" kern="0" dirty="0">
                <a:solidFill>
                  <a:srgbClr val="5A6C7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DEPARTMENT OF COMPUTER SCIENCE &amp; ENGINEERING</a:t>
            </a:r>
            <a:endParaRPr lang="en-US" sz="863" dirty="0"/>
          </a:p>
        </p:txBody>
      </p:sp>
      <p:sp>
        <p:nvSpPr>
          <p:cNvPr id="10" name="Shape 6"/>
          <p:cNvSpPr/>
          <p:nvPr/>
        </p:nvSpPr>
        <p:spPr>
          <a:xfrm>
            <a:off x="4962525" y="2490311"/>
            <a:ext cx="285750" cy="9525"/>
          </a:xfrm>
          <a:prstGeom prst="rect">
            <a:avLst/>
          </a:prstGeom>
          <a:solidFill>
            <a:srgbClr val="A9884A"/>
          </a:solidFill>
          <a:ln/>
        </p:spPr>
      </p:sp>
      <p:sp>
        <p:nvSpPr>
          <p:cNvPr id="11" name="Shape 7"/>
          <p:cNvSpPr/>
          <p:nvPr/>
        </p:nvSpPr>
        <p:spPr>
          <a:xfrm rot="2700000">
            <a:off x="5324475" y="2476024"/>
            <a:ext cx="38100" cy="38100"/>
          </a:xfrm>
          <a:prstGeom prst="rect">
            <a:avLst/>
          </a:prstGeom>
          <a:solidFill>
            <a:srgbClr val="A9884A"/>
          </a:solidFill>
          <a:ln/>
        </p:spPr>
      </p:sp>
      <p:sp>
        <p:nvSpPr>
          <p:cNvPr id="12" name="Shape 8"/>
          <p:cNvSpPr/>
          <p:nvPr/>
        </p:nvSpPr>
        <p:spPr>
          <a:xfrm>
            <a:off x="5438775" y="2490311"/>
            <a:ext cx="285750" cy="9525"/>
          </a:xfrm>
          <a:prstGeom prst="rect">
            <a:avLst/>
          </a:prstGeom>
          <a:solidFill>
            <a:srgbClr val="A9884A"/>
          </a:solidFill>
          <a:ln/>
        </p:spPr>
      </p:sp>
      <p:sp>
        <p:nvSpPr>
          <p:cNvPr id="13" name="Text 9"/>
          <p:cNvSpPr/>
          <p:nvPr/>
        </p:nvSpPr>
        <p:spPr>
          <a:xfrm>
            <a:off x="915079" y="2666524"/>
            <a:ext cx="8856893" cy="47005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42005" marL="0">
              <a:lnSpc>
                <a:spcPct val="87231"/>
              </a:lnSpc>
              <a:buNone/>
            </a:pPr>
            <a:r>
              <a:rPr lang="en-US" sz="3150" spc="331" kern="0" dirty="0">
                <a:solidFill>
                  <a:srgbClr val="1F2B3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CERTIFICATE OF EXCELLENCE</a:t>
            </a:r>
            <a:endParaRPr lang="en-US" sz="3150" dirty="0"/>
          </a:p>
        </p:txBody>
      </p:sp>
      <p:sp>
        <p:nvSpPr>
          <p:cNvPr id="14" name="Shape 10"/>
          <p:cNvSpPr/>
          <p:nvPr/>
        </p:nvSpPr>
        <p:spPr>
          <a:xfrm>
            <a:off x="3705225" y="3320415"/>
            <a:ext cx="438150" cy="9525"/>
          </a:xfrm>
          <a:prstGeom prst="rect">
            <a:avLst/>
          </a:prstGeom>
          <a:solidFill>
            <a:srgbClr val="C9BFA6"/>
          </a:solidFill>
          <a:ln/>
        </p:spPr>
      </p:sp>
      <p:sp>
        <p:nvSpPr>
          <p:cNvPr id="15" name="Text 11"/>
          <p:cNvSpPr/>
          <p:nvPr/>
        </p:nvSpPr>
        <p:spPr>
          <a:xfrm>
            <a:off x="4170051" y="3241358"/>
            <a:ext cx="2346829" cy="2057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b="1" spc="188" kern="0" dirty="0">
                <a:solidFill>
                  <a:srgbClr val="8A6E3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DEPARTMENTAL MERIT AWARD</a:t>
            </a:r>
            <a:endParaRPr lang="en-US" sz="938" dirty="0"/>
          </a:p>
        </p:txBody>
      </p:sp>
      <p:sp>
        <p:nvSpPr>
          <p:cNvPr id="16" name="Shape 12"/>
          <p:cNvSpPr/>
          <p:nvPr/>
        </p:nvSpPr>
        <p:spPr>
          <a:xfrm>
            <a:off x="6543556" y="3320415"/>
            <a:ext cx="438150" cy="9525"/>
          </a:xfrm>
          <a:prstGeom prst="rect">
            <a:avLst/>
          </a:prstGeom>
          <a:solidFill>
            <a:srgbClr val="C9BFA6"/>
          </a:solidFill>
          <a:ln/>
        </p:spPr>
      </p:sp>
      <p:sp>
        <p:nvSpPr>
          <p:cNvPr id="17" name="Text 13"/>
          <p:cNvSpPr/>
          <p:nvPr/>
        </p:nvSpPr>
        <p:spPr>
          <a:xfrm>
            <a:off x="3548860" y="3580447"/>
            <a:ext cx="3589330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i="1" spc="11" kern="0" dirty="0">
                <a:solidFill>
                  <a:srgbClr val="55636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This Certificate of Excellence is proudly presented to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3156353" y="3843338"/>
            <a:ext cx="4374225" cy="513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3060"/>
              </a:lnSpc>
              <a:buNone/>
            </a:pPr>
            <a:r>
              <a:rPr lang="en-US" sz="3225" b="1" spc="16" kern="0" dirty="0">
                <a:solidFill>
                  <a:srgbClr val="123A5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Sadia Afrin Nishat</a:t>
            </a:r>
            <a:endParaRPr lang="en-US" sz="3225" dirty="0"/>
          </a:p>
        </p:txBody>
      </p:sp>
      <p:sp>
        <p:nvSpPr>
          <p:cNvPr id="19" name="Shape 15"/>
          <p:cNvSpPr/>
          <p:nvPr/>
        </p:nvSpPr>
        <p:spPr>
          <a:xfrm>
            <a:off x="2676525" y="4432697"/>
            <a:ext cx="5334000" cy="9525"/>
          </a:xfrm>
          <a:prstGeom prst="rect">
            <a:avLst/>
          </a:prstGeom>
          <a:gradFill rotWithShape="1">
            <a:gsLst>
              <a:gs pos="0">
                <a:srgbClr val="B9B2A4">
                  <a:alpha val="0"/>
                </a:srgbClr>
              </a:gs>
              <a:gs pos="18000">
                <a:srgbClr val="B9B2A4">
                  <a:alpha val="100000"/>
                </a:srgbClr>
              </a:gs>
              <a:gs pos="82000">
                <a:srgbClr val="B9B2A4">
                  <a:alpha val="100000"/>
                </a:srgbClr>
              </a:gs>
              <a:gs pos="100000">
                <a:srgbClr val="B9B2A4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20" name="Text 16"/>
          <p:cNvSpPr/>
          <p:nvPr/>
        </p:nvSpPr>
        <p:spPr>
          <a:xfrm>
            <a:off x="1880330" y="4537472"/>
            <a:ext cx="6926390" cy="75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543"/>
              </a:lnSpc>
              <a:buNone/>
            </a:pPr>
            <a:r>
              <a:rPr lang="en-US" sz="1088" dirty="0">
                <a:solidFill>
                  <a:srgbClr val="3B424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 recognition of outstanding achievement and an exemplary commitment to excellence, bringing distinction to the Department of Computer Science &amp; Engineering, Pundra University of Science &amp; Technology.</a:t>
            </a:r>
            <a:endParaRPr lang="en-US" sz="1088" dirty="0"/>
          </a:p>
        </p:txBody>
      </p:sp>
      <p:sp>
        <p:nvSpPr>
          <p:cNvPr id="21" name="Text 17"/>
          <p:cNvSpPr/>
          <p:nvPr/>
        </p:nvSpPr>
        <p:spPr>
          <a:xfrm>
            <a:off x="2105978" y="5307211"/>
            <a:ext cx="6475095" cy="4700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8864"/>
              </a:lnSpc>
              <a:buNone/>
            </a:pPr>
            <a:r>
              <a:rPr lang="en-US" sz="1050" i="1" dirty="0">
                <a:solidFill>
                  <a:srgbClr val="8A6E3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For securing the highest CGPA in the 3rd Year, 2nd Semester Final Examination of Batch 28, in recognition of consistent academic distinction.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3819525" y="6208395"/>
            <a:ext cx="3048000" cy="9525"/>
          </a:xfrm>
          <a:prstGeom prst="rect">
            <a:avLst/>
          </a:prstGeom>
          <a:solidFill>
            <a:srgbClr val="3F5260"/>
          </a:solidFill>
          <a:ln/>
        </p:spPr>
      </p:sp>
      <p:sp>
        <p:nvSpPr>
          <p:cNvPr id="23" name="Text 19"/>
          <p:cNvSpPr/>
          <p:nvPr/>
        </p:nvSpPr>
        <p:spPr>
          <a:xfrm>
            <a:off x="3667125" y="6322695"/>
            <a:ext cx="3352800" cy="1981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3" dirty="0">
                <a:solidFill>
                  <a:srgbClr val="22303C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Head of the Department</a:t>
            </a:r>
            <a:endParaRPr lang="en-US" sz="1013" dirty="0"/>
          </a:p>
        </p:txBody>
      </p:sp>
      <p:sp>
        <p:nvSpPr>
          <p:cNvPr id="24" name="Text 20"/>
          <p:cNvSpPr/>
          <p:nvPr/>
        </p:nvSpPr>
        <p:spPr>
          <a:xfrm>
            <a:off x="3667125" y="6511290"/>
            <a:ext cx="3352800" cy="1752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88" spc="110" kern="0" dirty="0">
                <a:solidFill>
                  <a:srgbClr val="7C85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COMPUTER SCIENCE &amp; ENGINEERING</a:t>
            </a:r>
            <a:endParaRPr lang="en-US" sz="78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2026-08-31T02:04:28Z</dcterms:created>
  <dcterms:modified xsi:type="dcterms:W3CDTF">2026-08-31T02:04:28Z</dcterms:modified>
</cp:coreProperties>
</file>